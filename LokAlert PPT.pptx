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larendon Narrow Bold" charset="1" panose="00000806000000000000"/>
      <p:regular r:id="rId18"/>
    </p:embeddedFont>
    <p:embeddedFont>
      <p:font typeface="Poppins" charset="1" panose="00000500000000000000"/>
      <p:regular r:id="rId19"/>
    </p:embeddedFont>
    <p:embeddedFont>
      <p:font typeface="Faustina Bold" charset="1" panose="00000800000000000000"/>
      <p:regular r:id="rId20"/>
    </p:embeddedFont>
    <p:embeddedFont>
      <p:font typeface="Faustina" charset="1" panose="00000500000000000000"/>
      <p:regular r:id="rId21"/>
    </p:embeddedFont>
    <p:embeddedFont>
      <p:font typeface="Maven Pro Bold" charset="1" panose="00000800000000000000"/>
      <p:regular r:id="rId22"/>
    </p:embeddedFont>
    <p:embeddedFont>
      <p:font typeface="Canva Sans Bold Italics" charset="1" panose="020B0803030501040103"/>
      <p:regular r:id="rId23"/>
    </p:embeddedFont>
    <p:embeddedFont>
      <p:font typeface="Canva Sans Bold" charset="1" panose="020B0803030501040103"/>
      <p:regular r:id="rId24"/>
    </p:embeddedFont>
    <p:embeddedFont>
      <p:font typeface="Poppins Bold" charset="1" panose="00000800000000000000"/>
      <p:regular r:id="rId25"/>
    </p:embeddedFont>
    <p:embeddedFont>
      <p:font typeface="Canva Sans" charset="1" panose="020B0503030501040103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8037383">
            <a:off x="-3522651" y="7297374"/>
            <a:ext cx="7518246" cy="3763131"/>
            <a:chOff x="0" y="0"/>
            <a:chExt cx="1980114" cy="9911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80114" cy="991113"/>
            </a:xfrm>
            <a:custGeom>
              <a:avLst/>
              <a:gdLst/>
              <a:ahLst/>
              <a:cxnLst/>
              <a:rect r="r" b="b" t="t" l="l"/>
              <a:pathLst>
                <a:path h="991113" w="1980114">
                  <a:moveTo>
                    <a:pt x="0" y="0"/>
                  </a:moveTo>
                  <a:lnTo>
                    <a:pt x="1980114" y="0"/>
                  </a:lnTo>
                  <a:lnTo>
                    <a:pt x="1980114" y="991113"/>
                  </a:lnTo>
                  <a:lnTo>
                    <a:pt x="0" y="991113"/>
                  </a:lnTo>
                  <a:close/>
                </a:path>
              </a:pathLst>
            </a:custGeom>
            <a:solidFill>
              <a:srgbClr val="1C3F60"/>
            </a:solidFill>
            <a:ln w="123825" cap="sq">
              <a:solidFill>
                <a:srgbClr val="0B132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980114" cy="962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2873380">
            <a:off x="13931944" y="-852866"/>
            <a:ext cx="7518246" cy="3763131"/>
            <a:chOff x="0" y="0"/>
            <a:chExt cx="1980114" cy="9911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0114" cy="991113"/>
            </a:xfrm>
            <a:custGeom>
              <a:avLst/>
              <a:gdLst/>
              <a:ahLst/>
              <a:cxnLst/>
              <a:rect r="r" b="b" t="t" l="l"/>
              <a:pathLst>
                <a:path h="991113" w="1980114">
                  <a:moveTo>
                    <a:pt x="0" y="0"/>
                  </a:moveTo>
                  <a:lnTo>
                    <a:pt x="1980114" y="0"/>
                  </a:lnTo>
                  <a:lnTo>
                    <a:pt x="1980114" y="991113"/>
                  </a:lnTo>
                  <a:lnTo>
                    <a:pt x="0" y="991113"/>
                  </a:lnTo>
                  <a:close/>
                </a:path>
              </a:pathLst>
            </a:custGeom>
            <a:solidFill>
              <a:srgbClr val="1C3F60"/>
            </a:solidFill>
            <a:ln w="123825" cap="sq">
              <a:solidFill>
                <a:srgbClr val="0B132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1980114" cy="962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259300" y="4412841"/>
            <a:ext cx="778071" cy="4114800"/>
          </a:xfrm>
          <a:custGeom>
            <a:avLst/>
            <a:gdLst/>
            <a:ahLst/>
            <a:cxnLst/>
            <a:rect r="r" b="b" t="t" l="l"/>
            <a:pathLst>
              <a:path h="4114800" w="778071">
                <a:moveTo>
                  <a:pt x="0" y="0"/>
                </a:moveTo>
                <a:lnTo>
                  <a:pt x="778071" y="0"/>
                </a:lnTo>
                <a:lnTo>
                  <a:pt x="7780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0" y="1902514"/>
            <a:ext cx="778071" cy="4114800"/>
          </a:xfrm>
          <a:custGeom>
            <a:avLst/>
            <a:gdLst/>
            <a:ahLst/>
            <a:cxnLst/>
            <a:rect r="r" b="b" t="t" l="l"/>
            <a:pathLst>
              <a:path h="4114800" w="778071">
                <a:moveTo>
                  <a:pt x="0" y="4114800"/>
                </a:moveTo>
                <a:lnTo>
                  <a:pt x="778071" y="4114800"/>
                </a:lnTo>
                <a:lnTo>
                  <a:pt x="778071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608810" y="9006809"/>
            <a:ext cx="3602604" cy="1893005"/>
          </a:xfrm>
          <a:custGeom>
            <a:avLst/>
            <a:gdLst/>
            <a:ahLst/>
            <a:cxnLst/>
            <a:rect r="r" b="b" t="t" l="l"/>
            <a:pathLst>
              <a:path h="1893005" w="3602604">
                <a:moveTo>
                  <a:pt x="0" y="0"/>
                </a:moveTo>
                <a:lnTo>
                  <a:pt x="3602604" y="0"/>
                </a:lnTo>
                <a:lnTo>
                  <a:pt x="3602604" y="1893005"/>
                </a:lnTo>
                <a:lnTo>
                  <a:pt x="0" y="18930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15305598" y="-520892"/>
            <a:ext cx="3602604" cy="1893005"/>
          </a:xfrm>
          <a:custGeom>
            <a:avLst/>
            <a:gdLst/>
            <a:ahLst/>
            <a:cxnLst/>
            <a:rect r="r" b="b" t="t" l="l"/>
            <a:pathLst>
              <a:path h="1893005" w="3602604">
                <a:moveTo>
                  <a:pt x="3602604" y="1893004"/>
                </a:moveTo>
                <a:lnTo>
                  <a:pt x="0" y="1893004"/>
                </a:lnTo>
                <a:lnTo>
                  <a:pt x="0" y="0"/>
                </a:lnTo>
                <a:lnTo>
                  <a:pt x="3602604" y="0"/>
                </a:lnTo>
                <a:lnTo>
                  <a:pt x="3602604" y="189300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814007" y="8848154"/>
            <a:ext cx="3668657" cy="1834328"/>
          </a:xfrm>
          <a:custGeom>
            <a:avLst/>
            <a:gdLst/>
            <a:ahLst/>
            <a:cxnLst/>
            <a:rect r="r" b="b" t="t" l="l"/>
            <a:pathLst>
              <a:path h="1834328" w="3668657">
                <a:moveTo>
                  <a:pt x="0" y="0"/>
                </a:moveTo>
                <a:lnTo>
                  <a:pt x="3668657" y="0"/>
                </a:lnTo>
                <a:lnTo>
                  <a:pt x="3668657" y="1834329"/>
                </a:lnTo>
                <a:lnTo>
                  <a:pt x="0" y="18343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-1284857" y="-300291"/>
            <a:ext cx="3668657" cy="1834328"/>
          </a:xfrm>
          <a:custGeom>
            <a:avLst/>
            <a:gdLst/>
            <a:ahLst/>
            <a:cxnLst/>
            <a:rect r="r" b="b" t="t" l="l"/>
            <a:pathLst>
              <a:path h="1834328" w="3668657">
                <a:moveTo>
                  <a:pt x="3668657" y="1834328"/>
                </a:moveTo>
                <a:lnTo>
                  <a:pt x="0" y="1834328"/>
                </a:lnTo>
                <a:lnTo>
                  <a:pt x="0" y="0"/>
                </a:lnTo>
                <a:lnTo>
                  <a:pt x="3668657" y="0"/>
                </a:lnTo>
                <a:lnTo>
                  <a:pt x="3668657" y="183432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441407" y="3241659"/>
            <a:ext cx="11405186" cy="5664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01"/>
              </a:lnSpc>
            </a:pPr>
            <a:r>
              <a:rPr lang="en-US" b="true" sz="12242">
                <a:solidFill>
                  <a:srgbClr val="0B1320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WEBPROG</a:t>
            </a:r>
            <a:r>
              <a:rPr lang="en-US" b="true" sz="12242">
                <a:solidFill>
                  <a:srgbClr val="0B1320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 Finals Presentation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143798" y="2474529"/>
            <a:ext cx="6000404" cy="487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3461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National </a:t>
            </a:r>
            <a:r>
              <a:rPr lang="en-US" sz="3461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University |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8037383">
            <a:off x="-3522651" y="7297374"/>
            <a:ext cx="7518246" cy="3763131"/>
            <a:chOff x="0" y="0"/>
            <a:chExt cx="1980114" cy="9911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80114" cy="991113"/>
            </a:xfrm>
            <a:custGeom>
              <a:avLst/>
              <a:gdLst/>
              <a:ahLst/>
              <a:cxnLst/>
              <a:rect r="r" b="b" t="t" l="l"/>
              <a:pathLst>
                <a:path h="991113" w="1980114">
                  <a:moveTo>
                    <a:pt x="0" y="0"/>
                  </a:moveTo>
                  <a:lnTo>
                    <a:pt x="1980114" y="0"/>
                  </a:lnTo>
                  <a:lnTo>
                    <a:pt x="1980114" y="991113"/>
                  </a:lnTo>
                  <a:lnTo>
                    <a:pt x="0" y="991113"/>
                  </a:lnTo>
                  <a:close/>
                </a:path>
              </a:pathLst>
            </a:custGeom>
            <a:solidFill>
              <a:srgbClr val="1C3F60"/>
            </a:solidFill>
            <a:ln w="123825" cap="sq">
              <a:solidFill>
                <a:srgbClr val="0B132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980114" cy="962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2873380">
            <a:off x="13931944" y="-852866"/>
            <a:ext cx="7518246" cy="3763131"/>
            <a:chOff x="0" y="0"/>
            <a:chExt cx="1980114" cy="9911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0114" cy="991113"/>
            </a:xfrm>
            <a:custGeom>
              <a:avLst/>
              <a:gdLst/>
              <a:ahLst/>
              <a:cxnLst/>
              <a:rect r="r" b="b" t="t" l="l"/>
              <a:pathLst>
                <a:path h="991113" w="1980114">
                  <a:moveTo>
                    <a:pt x="0" y="0"/>
                  </a:moveTo>
                  <a:lnTo>
                    <a:pt x="1980114" y="0"/>
                  </a:lnTo>
                  <a:lnTo>
                    <a:pt x="1980114" y="991113"/>
                  </a:lnTo>
                  <a:lnTo>
                    <a:pt x="0" y="991113"/>
                  </a:lnTo>
                  <a:close/>
                </a:path>
              </a:pathLst>
            </a:custGeom>
            <a:solidFill>
              <a:srgbClr val="1C3F60"/>
            </a:solidFill>
            <a:ln w="123825" cap="sq">
              <a:solidFill>
                <a:srgbClr val="0B132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1980114" cy="962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259300" y="4412841"/>
            <a:ext cx="778071" cy="4114800"/>
          </a:xfrm>
          <a:custGeom>
            <a:avLst/>
            <a:gdLst/>
            <a:ahLst/>
            <a:cxnLst/>
            <a:rect r="r" b="b" t="t" l="l"/>
            <a:pathLst>
              <a:path h="4114800" w="778071">
                <a:moveTo>
                  <a:pt x="0" y="0"/>
                </a:moveTo>
                <a:lnTo>
                  <a:pt x="778071" y="0"/>
                </a:lnTo>
                <a:lnTo>
                  <a:pt x="7780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0" y="1902514"/>
            <a:ext cx="778071" cy="4114800"/>
          </a:xfrm>
          <a:custGeom>
            <a:avLst/>
            <a:gdLst/>
            <a:ahLst/>
            <a:cxnLst/>
            <a:rect r="r" b="b" t="t" l="l"/>
            <a:pathLst>
              <a:path h="4114800" w="778071">
                <a:moveTo>
                  <a:pt x="0" y="4114800"/>
                </a:moveTo>
                <a:lnTo>
                  <a:pt x="778071" y="4114800"/>
                </a:lnTo>
                <a:lnTo>
                  <a:pt x="778071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608810" y="9006809"/>
            <a:ext cx="3602604" cy="1893005"/>
          </a:xfrm>
          <a:custGeom>
            <a:avLst/>
            <a:gdLst/>
            <a:ahLst/>
            <a:cxnLst/>
            <a:rect r="r" b="b" t="t" l="l"/>
            <a:pathLst>
              <a:path h="1893005" w="3602604">
                <a:moveTo>
                  <a:pt x="0" y="0"/>
                </a:moveTo>
                <a:lnTo>
                  <a:pt x="3602604" y="0"/>
                </a:lnTo>
                <a:lnTo>
                  <a:pt x="3602604" y="1893005"/>
                </a:lnTo>
                <a:lnTo>
                  <a:pt x="0" y="18930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15305598" y="-520892"/>
            <a:ext cx="3602604" cy="1893005"/>
          </a:xfrm>
          <a:custGeom>
            <a:avLst/>
            <a:gdLst/>
            <a:ahLst/>
            <a:cxnLst/>
            <a:rect r="r" b="b" t="t" l="l"/>
            <a:pathLst>
              <a:path h="1893005" w="3602604">
                <a:moveTo>
                  <a:pt x="3602604" y="1893004"/>
                </a:moveTo>
                <a:lnTo>
                  <a:pt x="0" y="1893004"/>
                </a:lnTo>
                <a:lnTo>
                  <a:pt x="0" y="0"/>
                </a:lnTo>
                <a:lnTo>
                  <a:pt x="3602604" y="0"/>
                </a:lnTo>
                <a:lnTo>
                  <a:pt x="3602604" y="189300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814007" y="8848154"/>
            <a:ext cx="3668657" cy="1834328"/>
          </a:xfrm>
          <a:custGeom>
            <a:avLst/>
            <a:gdLst/>
            <a:ahLst/>
            <a:cxnLst/>
            <a:rect r="r" b="b" t="t" l="l"/>
            <a:pathLst>
              <a:path h="1834328" w="3668657">
                <a:moveTo>
                  <a:pt x="0" y="0"/>
                </a:moveTo>
                <a:lnTo>
                  <a:pt x="3668657" y="0"/>
                </a:lnTo>
                <a:lnTo>
                  <a:pt x="3668657" y="1834329"/>
                </a:lnTo>
                <a:lnTo>
                  <a:pt x="0" y="18343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-1284857" y="-300291"/>
            <a:ext cx="3668657" cy="1834328"/>
          </a:xfrm>
          <a:custGeom>
            <a:avLst/>
            <a:gdLst/>
            <a:ahLst/>
            <a:cxnLst/>
            <a:rect r="r" b="b" t="t" l="l"/>
            <a:pathLst>
              <a:path h="1834328" w="3668657">
                <a:moveTo>
                  <a:pt x="3668657" y="1834328"/>
                </a:moveTo>
                <a:lnTo>
                  <a:pt x="0" y="1834328"/>
                </a:lnTo>
                <a:lnTo>
                  <a:pt x="0" y="0"/>
                </a:lnTo>
                <a:lnTo>
                  <a:pt x="3668657" y="0"/>
                </a:lnTo>
                <a:lnTo>
                  <a:pt x="3668657" y="183432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448162" y="1334012"/>
            <a:ext cx="11405186" cy="3878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01"/>
              </a:lnSpc>
            </a:pPr>
            <a:r>
              <a:rPr lang="en-US" b="true" sz="12242">
                <a:solidFill>
                  <a:srgbClr val="0B1320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LokAlert: A Landing Page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24132" y="4974846"/>
            <a:ext cx="3639736" cy="4877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47"/>
              </a:lnSpc>
            </a:pPr>
            <a:r>
              <a:rPr lang="en-US" sz="3273" b="true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Members:</a:t>
            </a:r>
          </a:p>
          <a:p>
            <a:pPr algn="ctr">
              <a:lnSpc>
                <a:spcPts val="6547"/>
              </a:lnSpc>
            </a:pPr>
            <a:r>
              <a:rPr lang="en-US" sz="3273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Alemana, Onyx</a:t>
            </a:r>
          </a:p>
          <a:p>
            <a:pPr algn="ctr">
              <a:lnSpc>
                <a:spcPts val="6547"/>
              </a:lnSpc>
            </a:pPr>
            <a:r>
              <a:rPr lang="en-US" sz="3273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Billones, Gerald</a:t>
            </a:r>
          </a:p>
          <a:p>
            <a:pPr algn="ctr">
              <a:lnSpc>
                <a:spcPts val="6547"/>
              </a:lnSpc>
            </a:pPr>
            <a:r>
              <a:rPr lang="en-US" sz="3273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Crisologo, Tj</a:t>
            </a:r>
          </a:p>
          <a:p>
            <a:pPr algn="ctr">
              <a:lnSpc>
                <a:spcPts val="6547"/>
              </a:lnSpc>
            </a:pPr>
            <a:r>
              <a:rPr lang="en-US" sz="3273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Mabahin, Ryan</a:t>
            </a:r>
          </a:p>
          <a:p>
            <a:pPr algn="ctr">
              <a:lnSpc>
                <a:spcPts val="6547"/>
              </a:lnSpc>
            </a:pPr>
            <a:r>
              <a:rPr lang="en-US" sz="3273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Royo, Aenard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8037383">
            <a:off x="-3522651" y="7297374"/>
            <a:ext cx="7518246" cy="3763131"/>
            <a:chOff x="0" y="0"/>
            <a:chExt cx="1980114" cy="9911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80114" cy="991113"/>
            </a:xfrm>
            <a:custGeom>
              <a:avLst/>
              <a:gdLst/>
              <a:ahLst/>
              <a:cxnLst/>
              <a:rect r="r" b="b" t="t" l="l"/>
              <a:pathLst>
                <a:path h="991113" w="1980114">
                  <a:moveTo>
                    <a:pt x="0" y="0"/>
                  </a:moveTo>
                  <a:lnTo>
                    <a:pt x="1980114" y="0"/>
                  </a:lnTo>
                  <a:lnTo>
                    <a:pt x="1980114" y="991113"/>
                  </a:lnTo>
                  <a:lnTo>
                    <a:pt x="0" y="991113"/>
                  </a:lnTo>
                  <a:close/>
                </a:path>
              </a:pathLst>
            </a:custGeom>
            <a:solidFill>
              <a:srgbClr val="1C3F60"/>
            </a:solidFill>
            <a:ln w="123825" cap="sq">
              <a:solidFill>
                <a:srgbClr val="0B132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980114" cy="962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2873380">
            <a:off x="13931944" y="-852866"/>
            <a:ext cx="7518246" cy="3763131"/>
            <a:chOff x="0" y="0"/>
            <a:chExt cx="1980114" cy="9911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0114" cy="991113"/>
            </a:xfrm>
            <a:custGeom>
              <a:avLst/>
              <a:gdLst/>
              <a:ahLst/>
              <a:cxnLst/>
              <a:rect r="r" b="b" t="t" l="l"/>
              <a:pathLst>
                <a:path h="991113" w="1980114">
                  <a:moveTo>
                    <a:pt x="0" y="0"/>
                  </a:moveTo>
                  <a:lnTo>
                    <a:pt x="1980114" y="0"/>
                  </a:lnTo>
                  <a:lnTo>
                    <a:pt x="1980114" y="991113"/>
                  </a:lnTo>
                  <a:lnTo>
                    <a:pt x="0" y="991113"/>
                  </a:lnTo>
                  <a:close/>
                </a:path>
              </a:pathLst>
            </a:custGeom>
            <a:solidFill>
              <a:srgbClr val="1C3F60"/>
            </a:solidFill>
            <a:ln w="123825" cap="sq">
              <a:solidFill>
                <a:srgbClr val="0B132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1980114" cy="962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259300" y="4412841"/>
            <a:ext cx="778071" cy="4114800"/>
          </a:xfrm>
          <a:custGeom>
            <a:avLst/>
            <a:gdLst/>
            <a:ahLst/>
            <a:cxnLst/>
            <a:rect r="r" b="b" t="t" l="l"/>
            <a:pathLst>
              <a:path h="4114800" w="778071">
                <a:moveTo>
                  <a:pt x="0" y="0"/>
                </a:moveTo>
                <a:lnTo>
                  <a:pt x="778071" y="0"/>
                </a:lnTo>
                <a:lnTo>
                  <a:pt x="7780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0" y="1902514"/>
            <a:ext cx="778071" cy="4114800"/>
          </a:xfrm>
          <a:custGeom>
            <a:avLst/>
            <a:gdLst/>
            <a:ahLst/>
            <a:cxnLst/>
            <a:rect r="r" b="b" t="t" l="l"/>
            <a:pathLst>
              <a:path h="4114800" w="778071">
                <a:moveTo>
                  <a:pt x="0" y="4114800"/>
                </a:moveTo>
                <a:lnTo>
                  <a:pt x="778071" y="4114800"/>
                </a:lnTo>
                <a:lnTo>
                  <a:pt x="778071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608810" y="9006809"/>
            <a:ext cx="3602604" cy="1893005"/>
          </a:xfrm>
          <a:custGeom>
            <a:avLst/>
            <a:gdLst/>
            <a:ahLst/>
            <a:cxnLst/>
            <a:rect r="r" b="b" t="t" l="l"/>
            <a:pathLst>
              <a:path h="1893005" w="3602604">
                <a:moveTo>
                  <a:pt x="0" y="0"/>
                </a:moveTo>
                <a:lnTo>
                  <a:pt x="3602604" y="0"/>
                </a:lnTo>
                <a:lnTo>
                  <a:pt x="3602604" y="1893005"/>
                </a:lnTo>
                <a:lnTo>
                  <a:pt x="0" y="18930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15305598" y="-520892"/>
            <a:ext cx="3602604" cy="1893005"/>
          </a:xfrm>
          <a:custGeom>
            <a:avLst/>
            <a:gdLst/>
            <a:ahLst/>
            <a:cxnLst/>
            <a:rect r="r" b="b" t="t" l="l"/>
            <a:pathLst>
              <a:path h="1893005" w="3602604">
                <a:moveTo>
                  <a:pt x="3602604" y="1893004"/>
                </a:moveTo>
                <a:lnTo>
                  <a:pt x="0" y="1893004"/>
                </a:lnTo>
                <a:lnTo>
                  <a:pt x="0" y="0"/>
                </a:lnTo>
                <a:lnTo>
                  <a:pt x="3602604" y="0"/>
                </a:lnTo>
                <a:lnTo>
                  <a:pt x="3602604" y="189300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814007" y="8848154"/>
            <a:ext cx="3668657" cy="1834328"/>
          </a:xfrm>
          <a:custGeom>
            <a:avLst/>
            <a:gdLst/>
            <a:ahLst/>
            <a:cxnLst/>
            <a:rect r="r" b="b" t="t" l="l"/>
            <a:pathLst>
              <a:path h="1834328" w="3668657">
                <a:moveTo>
                  <a:pt x="0" y="0"/>
                </a:moveTo>
                <a:lnTo>
                  <a:pt x="3668657" y="0"/>
                </a:lnTo>
                <a:lnTo>
                  <a:pt x="3668657" y="1834329"/>
                </a:lnTo>
                <a:lnTo>
                  <a:pt x="0" y="18343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-1284857" y="-300291"/>
            <a:ext cx="3668657" cy="1834328"/>
          </a:xfrm>
          <a:custGeom>
            <a:avLst/>
            <a:gdLst/>
            <a:ahLst/>
            <a:cxnLst/>
            <a:rect r="r" b="b" t="t" l="l"/>
            <a:pathLst>
              <a:path h="1834328" w="3668657">
                <a:moveTo>
                  <a:pt x="3668657" y="1834328"/>
                </a:moveTo>
                <a:lnTo>
                  <a:pt x="0" y="1834328"/>
                </a:lnTo>
                <a:lnTo>
                  <a:pt x="0" y="0"/>
                </a:lnTo>
                <a:lnTo>
                  <a:pt x="3668657" y="0"/>
                </a:lnTo>
                <a:lnTo>
                  <a:pt x="3668657" y="183432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617886" y="826829"/>
            <a:ext cx="11052228" cy="8938490"/>
          </a:xfrm>
          <a:custGeom>
            <a:avLst/>
            <a:gdLst/>
            <a:ahLst/>
            <a:cxnLst/>
            <a:rect r="r" b="b" t="t" l="l"/>
            <a:pathLst>
              <a:path h="8938490" w="11052228">
                <a:moveTo>
                  <a:pt x="0" y="0"/>
                </a:moveTo>
                <a:lnTo>
                  <a:pt x="11052228" y="0"/>
                </a:lnTo>
                <a:lnTo>
                  <a:pt x="11052228" y="8938490"/>
                </a:lnTo>
                <a:lnTo>
                  <a:pt x="0" y="89384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8037383">
            <a:off x="-3522651" y="7297374"/>
            <a:ext cx="7518246" cy="3763131"/>
            <a:chOff x="0" y="0"/>
            <a:chExt cx="1980114" cy="9911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80114" cy="991113"/>
            </a:xfrm>
            <a:custGeom>
              <a:avLst/>
              <a:gdLst/>
              <a:ahLst/>
              <a:cxnLst/>
              <a:rect r="r" b="b" t="t" l="l"/>
              <a:pathLst>
                <a:path h="991113" w="1980114">
                  <a:moveTo>
                    <a:pt x="0" y="0"/>
                  </a:moveTo>
                  <a:lnTo>
                    <a:pt x="1980114" y="0"/>
                  </a:lnTo>
                  <a:lnTo>
                    <a:pt x="1980114" y="991113"/>
                  </a:lnTo>
                  <a:lnTo>
                    <a:pt x="0" y="991113"/>
                  </a:lnTo>
                  <a:close/>
                </a:path>
              </a:pathLst>
            </a:custGeom>
            <a:solidFill>
              <a:srgbClr val="1C3F60"/>
            </a:solidFill>
            <a:ln w="123825" cap="sq">
              <a:solidFill>
                <a:srgbClr val="0B132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57150"/>
              <a:ext cx="1980114" cy="933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2873380">
            <a:off x="13931944" y="-852866"/>
            <a:ext cx="7518246" cy="3763131"/>
            <a:chOff x="0" y="0"/>
            <a:chExt cx="1980114" cy="9911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0114" cy="991113"/>
            </a:xfrm>
            <a:custGeom>
              <a:avLst/>
              <a:gdLst/>
              <a:ahLst/>
              <a:cxnLst/>
              <a:rect r="r" b="b" t="t" l="l"/>
              <a:pathLst>
                <a:path h="991113" w="1980114">
                  <a:moveTo>
                    <a:pt x="0" y="0"/>
                  </a:moveTo>
                  <a:lnTo>
                    <a:pt x="1980114" y="0"/>
                  </a:lnTo>
                  <a:lnTo>
                    <a:pt x="1980114" y="991113"/>
                  </a:lnTo>
                  <a:lnTo>
                    <a:pt x="0" y="991113"/>
                  </a:lnTo>
                  <a:close/>
                </a:path>
              </a:pathLst>
            </a:custGeom>
            <a:solidFill>
              <a:srgbClr val="1C3F60"/>
            </a:solidFill>
            <a:ln w="123825" cap="sq">
              <a:solidFill>
                <a:srgbClr val="0B132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57150"/>
              <a:ext cx="1980114" cy="933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259300" y="4412841"/>
            <a:ext cx="778071" cy="4114800"/>
          </a:xfrm>
          <a:custGeom>
            <a:avLst/>
            <a:gdLst/>
            <a:ahLst/>
            <a:cxnLst/>
            <a:rect r="r" b="b" t="t" l="l"/>
            <a:pathLst>
              <a:path h="4114800" w="778071">
                <a:moveTo>
                  <a:pt x="0" y="0"/>
                </a:moveTo>
                <a:lnTo>
                  <a:pt x="778071" y="0"/>
                </a:lnTo>
                <a:lnTo>
                  <a:pt x="7780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0" y="1902514"/>
            <a:ext cx="778071" cy="4114800"/>
          </a:xfrm>
          <a:custGeom>
            <a:avLst/>
            <a:gdLst/>
            <a:ahLst/>
            <a:cxnLst/>
            <a:rect r="r" b="b" t="t" l="l"/>
            <a:pathLst>
              <a:path h="4114800" w="778071">
                <a:moveTo>
                  <a:pt x="0" y="4114800"/>
                </a:moveTo>
                <a:lnTo>
                  <a:pt x="778071" y="4114800"/>
                </a:lnTo>
                <a:lnTo>
                  <a:pt x="778071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608810" y="9006809"/>
            <a:ext cx="3602604" cy="1893005"/>
          </a:xfrm>
          <a:custGeom>
            <a:avLst/>
            <a:gdLst/>
            <a:ahLst/>
            <a:cxnLst/>
            <a:rect r="r" b="b" t="t" l="l"/>
            <a:pathLst>
              <a:path h="1893005" w="3602604">
                <a:moveTo>
                  <a:pt x="0" y="0"/>
                </a:moveTo>
                <a:lnTo>
                  <a:pt x="3602604" y="0"/>
                </a:lnTo>
                <a:lnTo>
                  <a:pt x="3602604" y="1893005"/>
                </a:lnTo>
                <a:lnTo>
                  <a:pt x="0" y="18930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15305598" y="-520892"/>
            <a:ext cx="3602604" cy="1893005"/>
          </a:xfrm>
          <a:custGeom>
            <a:avLst/>
            <a:gdLst/>
            <a:ahLst/>
            <a:cxnLst/>
            <a:rect r="r" b="b" t="t" l="l"/>
            <a:pathLst>
              <a:path h="1893005" w="3602604">
                <a:moveTo>
                  <a:pt x="3602604" y="1893004"/>
                </a:moveTo>
                <a:lnTo>
                  <a:pt x="0" y="1893004"/>
                </a:lnTo>
                <a:lnTo>
                  <a:pt x="0" y="0"/>
                </a:lnTo>
                <a:lnTo>
                  <a:pt x="3602604" y="0"/>
                </a:lnTo>
                <a:lnTo>
                  <a:pt x="3602604" y="189300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814007" y="8848154"/>
            <a:ext cx="3668657" cy="1834328"/>
          </a:xfrm>
          <a:custGeom>
            <a:avLst/>
            <a:gdLst/>
            <a:ahLst/>
            <a:cxnLst/>
            <a:rect r="r" b="b" t="t" l="l"/>
            <a:pathLst>
              <a:path h="1834328" w="3668657">
                <a:moveTo>
                  <a:pt x="0" y="0"/>
                </a:moveTo>
                <a:lnTo>
                  <a:pt x="3668657" y="0"/>
                </a:lnTo>
                <a:lnTo>
                  <a:pt x="3668657" y="1834329"/>
                </a:lnTo>
                <a:lnTo>
                  <a:pt x="0" y="18343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-1284857" y="-300291"/>
            <a:ext cx="3668657" cy="1834328"/>
          </a:xfrm>
          <a:custGeom>
            <a:avLst/>
            <a:gdLst/>
            <a:ahLst/>
            <a:cxnLst/>
            <a:rect r="r" b="b" t="t" l="l"/>
            <a:pathLst>
              <a:path h="1834328" w="3668657">
                <a:moveTo>
                  <a:pt x="3668657" y="1834328"/>
                </a:moveTo>
                <a:lnTo>
                  <a:pt x="0" y="1834328"/>
                </a:lnTo>
                <a:lnTo>
                  <a:pt x="0" y="0"/>
                </a:lnTo>
                <a:lnTo>
                  <a:pt x="3668657" y="0"/>
                </a:lnTo>
                <a:lnTo>
                  <a:pt x="3668657" y="183432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386476" y="1257300"/>
            <a:ext cx="9515048" cy="136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4"/>
              </a:lnSpc>
            </a:pPr>
            <a:r>
              <a:rPr lang="en-US" b="true" sz="6268">
                <a:solidFill>
                  <a:srgbClr val="000000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THE WEBSIT</a:t>
            </a:r>
            <a:r>
              <a:rPr lang="en-US" b="true" sz="6268">
                <a:solidFill>
                  <a:srgbClr val="000000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E STRUCTURE 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779050" y="3241909"/>
            <a:ext cx="3540402" cy="3674438"/>
            <a:chOff x="0" y="0"/>
            <a:chExt cx="4720536" cy="489925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4720536" cy="4613792"/>
              <a:chOff x="0" y="0"/>
              <a:chExt cx="1139058" cy="11133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139058" cy="1113300"/>
              </a:xfrm>
              <a:custGeom>
                <a:avLst/>
                <a:gdLst/>
                <a:ahLst/>
                <a:cxnLst/>
                <a:rect r="r" b="b" t="t" l="l"/>
                <a:pathLst>
                  <a:path h="1113300" w="1139058">
                    <a:moveTo>
                      <a:pt x="0" y="0"/>
                    </a:moveTo>
                    <a:lnTo>
                      <a:pt x="1139058" y="0"/>
                    </a:lnTo>
                    <a:lnTo>
                      <a:pt x="1139058" y="1113300"/>
                    </a:lnTo>
                    <a:lnTo>
                      <a:pt x="0" y="11133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57150"/>
                <a:ext cx="1139058" cy="10561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1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75173" y="243031"/>
              <a:ext cx="4570189" cy="46562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7"/>
                </a:lnSpc>
              </a:pPr>
              <a:r>
                <a:rPr lang="en-US" b="true" sz="1805" i="true">
                  <a:solidFill>
                    <a:srgbClr val="000000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Home Page (in</a:t>
              </a:r>
              <a:r>
                <a:rPr lang="en-US" b="true" sz="1805" i="true">
                  <a:solidFill>
                    <a:srgbClr val="000000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dex.php)</a:t>
              </a:r>
            </a:p>
            <a:p>
              <a:pPr algn="ctr">
                <a:lnSpc>
                  <a:spcPts val="2527"/>
                </a:lnSpc>
              </a:pPr>
              <a:r>
                <a:rPr lang="en-US" b="true" sz="180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- Hero Section (dynamic stats from database)</a:t>
              </a:r>
            </a:p>
            <a:p>
              <a:pPr algn="ctr">
                <a:lnSpc>
                  <a:spcPts val="2527"/>
                </a:lnSpc>
              </a:pPr>
              <a:r>
                <a:rPr lang="en-US" b="true" sz="180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- How It Works</a:t>
              </a:r>
            </a:p>
            <a:p>
              <a:pPr algn="ctr">
                <a:lnSpc>
                  <a:spcPts val="2527"/>
                </a:lnSpc>
              </a:pPr>
              <a:r>
                <a:rPr lang="en-US" b="true" sz="180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- Features (8 feature cards)</a:t>
              </a:r>
            </a:p>
            <a:p>
              <a:pPr algn="ctr">
                <a:lnSpc>
                  <a:spcPts val="2527"/>
                </a:lnSpc>
              </a:pPr>
              <a:r>
                <a:rPr lang="en-US" b="true" sz="180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- Why LokAlert (4 reasons)</a:t>
              </a:r>
            </a:p>
            <a:p>
              <a:pPr algn="ctr">
                <a:lnSpc>
                  <a:spcPts val="2527"/>
                </a:lnSpc>
              </a:pPr>
              <a:r>
                <a:rPr lang="en-US" b="true" sz="180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- Technology Stack</a:t>
              </a:r>
            </a:p>
            <a:p>
              <a:pPr algn="ctr">
                <a:lnSpc>
                  <a:spcPts val="2527"/>
                </a:lnSpc>
              </a:pPr>
              <a:r>
                <a:rPr lang="en-US" b="true" sz="180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- Meet the Team</a:t>
              </a:r>
            </a:p>
            <a:p>
              <a:pPr algn="ctr">
                <a:lnSpc>
                  <a:spcPts val="2527"/>
                </a:lnSpc>
              </a:pPr>
              <a:r>
                <a:rPr lang="en-US" b="true" sz="180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- Contact CTA</a:t>
              </a:r>
            </a:p>
            <a:p>
              <a:pPr algn="ctr">
                <a:lnSpc>
                  <a:spcPts val="2527"/>
                </a:lnSpc>
              </a:pPr>
              <a:r>
                <a:rPr lang="en-US" b="true" sz="180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- Footer</a:t>
              </a:r>
            </a:p>
            <a:p>
              <a:pPr algn="ctr">
                <a:lnSpc>
                  <a:spcPts val="2527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805352" y="3259079"/>
            <a:ext cx="3742274" cy="2392330"/>
            <a:chOff x="0" y="0"/>
            <a:chExt cx="4989698" cy="3189773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4989698" cy="3189773"/>
              <a:chOff x="0" y="0"/>
              <a:chExt cx="1120918" cy="716571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120918" cy="716571"/>
              </a:xfrm>
              <a:custGeom>
                <a:avLst/>
                <a:gdLst/>
                <a:ahLst/>
                <a:cxnLst/>
                <a:rect r="r" b="b" t="t" l="l"/>
                <a:pathLst>
                  <a:path h="716571" w="1120918">
                    <a:moveTo>
                      <a:pt x="0" y="0"/>
                    </a:moveTo>
                    <a:lnTo>
                      <a:pt x="1120918" y="0"/>
                    </a:lnTo>
                    <a:lnTo>
                      <a:pt x="1120918" y="716571"/>
                    </a:lnTo>
                    <a:lnTo>
                      <a:pt x="0" y="71657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57150"/>
                <a:ext cx="1120918" cy="659421"/>
              </a:xfrm>
              <a:prstGeom prst="rect">
                <a:avLst/>
              </a:prstGeom>
            </p:spPr>
            <p:txBody>
              <a:bodyPr anchor="ctr" rtlCol="false" tIns="41362" lIns="41362" bIns="41362" rIns="41362"/>
              <a:lstStyle/>
              <a:p>
                <a:pPr algn="ctr">
                  <a:lnSpc>
                    <a:spcPts val="2661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80746" y="244114"/>
              <a:ext cx="4908953" cy="27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15"/>
                </a:lnSpc>
              </a:pPr>
              <a:r>
                <a:rPr lang="en-US" b="true" sz="1939" i="true">
                  <a:solidFill>
                    <a:srgbClr val="000000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Contact Page (contact</a:t>
              </a:r>
              <a:r>
                <a:rPr lang="en-US" b="true" sz="1939" i="true">
                  <a:solidFill>
                    <a:srgbClr val="000000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.php)</a:t>
              </a:r>
            </a:p>
            <a:p>
              <a:pPr algn="ctr">
                <a:lnSpc>
                  <a:spcPts val="2715"/>
                </a:lnSpc>
              </a:pPr>
              <a:r>
                <a:rPr lang="en-US" b="true" sz="193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- Contact Form (Name, Email, Subject, Message)</a:t>
              </a:r>
            </a:p>
            <a:p>
              <a:pPr algn="ctr">
                <a:lnSpc>
                  <a:spcPts val="2715"/>
                </a:lnSpc>
              </a:pPr>
              <a:r>
                <a:rPr lang="en-US" b="true" sz="193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- Server-side validation + database INSERT</a:t>
              </a:r>
            </a:p>
            <a:p>
              <a:pPr algn="ctr">
                <a:lnSpc>
                  <a:spcPts val="2715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033526" y="3056595"/>
            <a:ext cx="3735996" cy="4872719"/>
            <a:chOff x="0" y="0"/>
            <a:chExt cx="4981328" cy="6496959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4981328" cy="6496959"/>
              <a:chOff x="0" y="0"/>
              <a:chExt cx="1201986" cy="1567705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201986" cy="1567705"/>
              </a:xfrm>
              <a:custGeom>
                <a:avLst/>
                <a:gdLst/>
                <a:ahLst/>
                <a:cxnLst/>
                <a:rect r="r" b="b" t="t" l="l"/>
                <a:pathLst>
                  <a:path h="1567705" w="1201986">
                    <a:moveTo>
                      <a:pt x="0" y="0"/>
                    </a:moveTo>
                    <a:lnTo>
                      <a:pt x="1201986" y="0"/>
                    </a:lnTo>
                    <a:lnTo>
                      <a:pt x="1201986" y="1567705"/>
                    </a:lnTo>
                    <a:lnTo>
                      <a:pt x="0" y="1567705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57150"/>
                <a:ext cx="1201986" cy="1510555"/>
              </a:xfrm>
              <a:prstGeom prst="rect">
                <a:avLst/>
              </a:prstGeom>
            </p:spPr>
            <p:txBody>
              <a:bodyPr anchor="ctr" rtlCol="false" tIns="41586" lIns="41586" bIns="41586" rIns="41586"/>
              <a:lstStyle/>
              <a:p>
                <a:pPr algn="ctr">
                  <a:lnSpc>
                    <a:spcPts val="2661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75173" y="243031"/>
              <a:ext cx="4570189" cy="62539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7"/>
                </a:lnSpc>
              </a:pPr>
              <a:r>
                <a:rPr lang="en-US" b="true" sz="1805" i="true">
                  <a:solidFill>
                    <a:srgbClr val="000000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Admin Panel (admin</a:t>
              </a:r>
              <a:r>
                <a:rPr lang="en-US" b="true" sz="1805" i="true">
                  <a:solidFill>
                    <a:srgbClr val="000000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.php)</a:t>
              </a:r>
            </a:p>
            <a:p>
              <a:pPr algn="ctr">
                <a:lnSpc>
                  <a:spcPts val="2527"/>
                </a:lnSpc>
              </a:pPr>
              <a:r>
                <a:rPr lang="en-US" b="true" sz="1805" i="true">
                  <a:solidFill>
                    <a:srgbClr val="000000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 </a:t>
              </a:r>
              <a:r>
                <a:rPr lang="en-US" b="true" sz="180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- Login Page (session-based authentication)</a:t>
              </a:r>
            </a:p>
            <a:p>
              <a:pPr algn="ctr">
                <a:lnSpc>
                  <a:spcPts val="2527"/>
                </a:lnSpc>
              </a:pPr>
              <a:r>
                <a:rPr lang="en-US" b="true" sz="180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- Dashboard (after login)</a:t>
              </a:r>
            </a:p>
            <a:p>
              <a:pPr algn="ctr">
                <a:lnSpc>
                  <a:spcPts val="2527"/>
                </a:lnSpc>
              </a:pPr>
              <a:r>
                <a:rPr lang="en-US" b="true" sz="180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- Stats Overview (Downloads, Users, Versions, Messages)</a:t>
              </a:r>
            </a:p>
            <a:p>
              <a:pPr algn="ctr">
                <a:lnSpc>
                  <a:spcPts val="2527"/>
                </a:lnSpc>
              </a:pPr>
              <a:r>
                <a:rPr lang="en-US" b="true" sz="180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- APK Versions Tab (Create, Read, Update, Delete)</a:t>
              </a:r>
            </a:p>
            <a:p>
              <a:pPr algn="ctr">
                <a:lnSpc>
                  <a:spcPts val="2527"/>
                </a:lnSpc>
              </a:pPr>
              <a:r>
                <a:rPr lang="en-US" b="true" sz="180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- Users Tab (Create, Read, Update, Delete)</a:t>
              </a:r>
            </a:p>
            <a:p>
              <a:pPr algn="ctr">
                <a:lnSpc>
                  <a:spcPts val="2527"/>
                </a:lnSpc>
              </a:pPr>
              <a:r>
                <a:rPr lang="en-US" b="true" sz="180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- Messages Tab (Read, Mark as Read, Delete)</a:t>
              </a:r>
            </a:p>
            <a:p>
              <a:pPr algn="ctr">
                <a:lnSpc>
                  <a:spcPts val="2527"/>
                </a:lnSpc>
              </a:pPr>
              <a:r>
                <a:rPr lang="en-US" b="true" sz="180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- Download Logs Tab (Read)</a:t>
              </a:r>
            </a:p>
            <a:p>
              <a:pPr algn="ctr">
                <a:lnSpc>
                  <a:spcPts val="2527"/>
                </a:lnSpc>
              </a:pPr>
            </a:p>
          </p:txBody>
        </p:sp>
      </p:grpSp>
      <p:sp>
        <p:nvSpPr>
          <p:cNvPr name="AutoShape 30" id="30"/>
          <p:cNvSpPr/>
          <p:nvPr/>
        </p:nvSpPr>
        <p:spPr>
          <a:xfrm>
            <a:off x="5319452" y="4455244"/>
            <a:ext cx="14859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1" id="31"/>
          <p:cNvSpPr/>
          <p:nvPr/>
        </p:nvSpPr>
        <p:spPr>
          <a:xfrm>
            <a:off x="10547626" y="4393791"/>
            <a:ext cx="14859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5510" y="2435674"/>
            <a:ext cx="8903210" cy="4151122"/>
          </a:xfrm>
          <a:custGeom>
            <a:avLst/>
            <a:gdLst/>
            <a:ahLst/>
            <a:cxnLst/>
            <a:rect r="r" b="b" t="t" l="l"/>
            <a:pathLst>
              <a:path h="4151122" w="8903210">
                <a:moveTo>
                  <a:pt x="0" y="0"/>
                </a:moveTo>
                <a:lnTo>
                  <a:pt x="8903211" y="0"/>
                </a:lnTo>
                <a:lnTo>
                  <a:pt x="8903211" y="4151121"/>
                </a:lnTo>
                <a:lnTo>
                  <a:pt x="0" y="41511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34967" y="5449248"/>
            <a:ext cx="9185682" cy="4328753"/>
          </a:xfrm>
          <a:custGeom>
            <a:avLst/>
            <a:gdLst/>
            <a:ahLst/>
            <a:cxnLst/>
            <a:rect r="r" b="b" t="t" l="l"/>
            <a:pathLst>
              <a:path h="4328753" w="9185682">
                <a:moveTo>
                  <a:pt x="0" y="0"/>
                </a:moveTo>
                <a:lnTo>
                  <a:pt x="9185682" y="0"/>
                </a:lnTo>
                <a:lnTo>
                  <a:pt x="9185682" y="4328752"/>
                </a:lnTo>
                <a:lnTo>
                  <a:pt x="0" y="43287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77022" y="640840"/>
            <a:ext cx="11533956" cy="114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16"/>
              </a:lnSpc>
            </a:pPr>
            <a:r>
              <a:rPr lang="en-US" b="true" sz="10020">
                <a:solidFill>
                  <a:srgbClr val="000000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VI</a:t>
            </a:r>
            <a:r>
              <a:rPr lang="en-US" b="true" sz="10020">
                <a:solidFill>
                  <a:srgbClr val="000000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SUAL DESIGN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750763" y="1869254"/>
            <a:ext cx="3384247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b="true" sz="3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Home Page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90062" y="4817428"/>
            <a:ext cx="2332705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b="true" sz="3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33859" y="2674060"/>
            <a:ext cx="7225441" cy="2233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8"/>
              </a:lnSpc>
            </a:pPr>
            <a:r>
              <a:rPr lang="en-US" sz="317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Shows the fixed top navbar with menu links: Features, Why LokAlert, Technology, Team, Admin</a:t>
            </a:r>
          </a:p>
          <a:p>
            <a:pPr algn="l">
              <a:lnSpc>
                <a:spcPts val="4448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836880" y="7177345"/>
            <a:ext cx="7598087" cy="2224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2"/>
              </a:lnSpc>
            </a:pPr>
            <a:r>
              <a:rPr lang="en-US" sz="252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Show the 8 feature cards grid: Location Search, Map View, Set Arrival Radius, Start Location Tracking, Arrival Alert/Alarm, Background Monitoring, Saved Locations, Cancel Tracking</a:t>
            </a:r>
          </a:p>
          <a:p>
            <a:pPr algn="l">
              <a:lnSpc>
                <a:spcPts val="3532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8753" y="2435674"/>
            <a:ext cx="9054209" cy="4244160"/>
          </a:xfrm>
          <a:custGeom>
            <a:avLst/>
            <a:gdLst/>
            <a:ahLst/>
            <a:cxnLst/>
            <a:rect r="r" b="b" t="t" l="l"/>
            <a:pathLst>
              <a:path h="4244160" w="9054209">
                <a:moveTo>
                  <a:pt x="0" y="0"/>
                </a:moveTo>
                <a:lnTo>
                  <a:pt x="9054209" y="0"/>
                </a:lnTo>
                <a:lnTo>
                  <a:pt x="9054209" y="4244160"/>
                </a:lnTo>
                <a:lnTo>
                  <a:pt x="0" y="42441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86635" y="5679609"/>
            <a:ext cx="9106699" cy="4268765"/>
          </a:xfrm>
          <a:custGeom>
            <a:avLst/>
            <a:gdLst/>
            <a:ahLst/>
            <a:cxnLst/>
            <a:rect r="r" b="b" t="t" l="l"/>
            <a:pathLst>
              <a:path h="4268765" w="9106699">
                <a:moveTo>
                  <a:pt x="0" y="0"/>
                </a:moveTo>
                <a:lnTo>
                  <a:pt x="9106699" y="0"/>
                </a:lnTo>
                <a:lnTo>
                  <a:pt x="9106699" y="4268765"/>
                </a:lnTo>
                <a:lnTo>
                  <a:pt x="0" y="42687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77022" y="640840"/>
            <a:ext cx="11533956" cy="114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16"/>
              </a:lnSpc>
            </a:pPr>
            <a:r>
              <a:rPr lang="en-US" b="true" sz="10020">
                <a:solidFill>
                  <a:srgbClr val="000000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VI</a:t>
            </a:r>
            <a:r>
              <a:rPr lang="en-US" b="true" sz="10020">
                <a:solidFill>
                  <a:srgbClr val="000000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SUAL DESIGN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750763" y="1869254"/>
            <a:ext cx="3384247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Why LokAlert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90062" y="4817428"/>
            <a:ext cx="2957058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Technology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17022" y="3224690"/>
            <a:ext cx="8070978" cy="970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5"/>
              </a:lnSpc>
            </a:pPr>
            <a:r>
              <a:rPr lang="en-US" sz="28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Shows the application’s selling points.</a:t>
            </a:r>
          </a:p>
          <a:p>
            <a:pPr algn="l">
              <a:lnSpc>
                <a:spcPts val="3935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535079" y="7766367"/>
            <a:ext cx="8070978" cy="970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5"/>
              </a:lnSpc>
            </a:pPr>
            <a:r>
              <a:rPr lang="en-US" sz="28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Showcases the technologies used to power the application.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4466" y="2607124"/>
            <a:ext cx="8382169" cy="3918664"/>
          </a:xfrm>
          <a:custGeom>
            <a:avLst/>
            <a:gdLst/>
            <a:ahLst/>
            <a:cxnLst/>
            <a:rect r="r" b="b" t="t" l="l"/>
            <a:pathLst>
              <a:path h="3918664" w="8382169">
                <a:moveTo>
                  <a:pt x="0" y="0"/>
                </a:moveTo>
                <a:lnTo>
                  <a:pt x="8382169" y="0"/>
                </a:lnTo>
                <a:lnTo>
                  <a:pt x="8382169" y="3918663"/>
                </a:lnTo>
                <a:lnTo>
                  <a:pt x="0" y="39186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86635" y="5593512"/>
            <a:ext cx="8905452" cy="4163299"/>
          </a:xfrm>
          <a:custGeom>
            <a:avLst/>
            <a:gdLst/>
            <a:ahLst/>
            <a:cxnLst/>
            <a:rect r="r" b="b" t="t" l="l"/>
            <a:pathLst>
              <a:path h="4163299" w="8905452">
                <a:moveTo>
                  <a:pt x="0" y="0"/>
                </a:moveTo>
                <a:lnTo>
                  <a:pt x="8905452" y="0"/>
                </a:lnTo>
                <a:lnTo>
                  <a:pt x="8905452" y="4163299"/>
                </a:lnTo>
                <a:lnTo>
                  <a:pt x="0" y="41632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77022" y="640840"/>
            <a:ext cx="11533956" cy="114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16"/>
              </a:lnSpc>
            </a:pPr>
            <a:r>
              <a:rPr lang="en-US" b="true" sz="10020">
                <a:solidFill>
                  <a:srgbClr val="000000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VI</a:t>
            </a:r>
            <a:r>
              <a:rPr lang="en-US" b="true" sz="10020">
                <a:solidFill>
                  <a:srgbClr val="000000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SUAL DESIGN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750763" y="1869254"/>
            <a:ext cx="3384247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Team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90062" y="4817428"/>
            <a:ext cx="2957058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22808" y="3430247"/>
            <a:ext cx="8070978" cy="473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5"/>
              </a:lnSpc>
            </a:pPr>
            <a:r>
              <a:rPr lang="en-US" sz="28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Shows the team members.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51831" y="7859319"/>
            <a:ext cx="8070978" cy="473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5"/>
              </a:lnSpc>
            </a:pPr>
            <a:r>
              <a:rPr lang="en-US" sz="28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Contact us Form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2107" y="2609377"/>
            <a:ext cx="8504527" cy="3901452"/>
          </a:xfrm>
          <a:custGeom>
            <a:avLst/>
            <a:gdLst/>
            <a:ahLst/>
            <a:cxnLst/>
            <a:rect r="r" b="b" t="t" l="l"/>
            <a:pathLst>
              <a:path h="3901452" w="8504527">
                <a:moveTo>
                  <a:pt x="0" y="0"/>
                </a:moveTo>
                <a:lnTo>
                  <a:pt x="8504528" y="0"/>
                </a:lnTo>
                <a:lnTo>
                  <a:pt x="8504528" y="3901452"/>
                </a:lnTo>
                <a:lnTo>
                  <a:pt x="0" y="39014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30347" y="5383847"/>
            <a:ext cx="7292071" cy="4101790"/>
          </a:xfrm>
          <a:custGeom>
            <a:avLst/>
            <a:gdLst/>
            <a:ahLst/>
            <a:cxnLst/>
            <a:rect r="r" b="b" t="t" l="l"/>
            <a:pathLst>
              <a:path h="4101790" w="7292071">
                <a:moveTo>
                  <a:pt x="0" y="0"/>
                </a:moveTo>
                <a:lnTo>
                  <a:pt x="7292071" y="0"/>
                </a:lnTo>
                <a:lnTo>
                  <a:pt x="7292071" y="4101791"/>
                </a:lnTo>
                <a:lnTo>
                  <a:pt x="0" y="41017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77022" y="640840"/>
            <a:ext cx="11533956" cy="114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16"/>
              </a:lnSpc>
            </a:pPr>
            <a:r>
              <a:rPr lang="en-US" b="true" sz="10020">
                <a:solidFill>
                  <a:srgbClr val="000000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VI</a:t>
            </a:r>
            <a:r>
              <a:rPr lang="en-US" b="true" sz="10020">
                <a:solidFill>
                  <a:srgbClr val="000000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SUAL DESIGN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99221" y="1871507"/>
            <a:ext cx="4370068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Admin Login Page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97195" y="4577080"/>
            <a:ext cx="3774254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Admin Dashboard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30347" y="5383847"/>
            <a:ext cx="7292071" cy="4101790"/>
          </a:xfrm>
          <a:custGeom>
            <a:avLst/>
            <a:gdLst/>
            <a:ahLst/>
            <a:cxnLst/>
            <a:rect r="r" b="b" t="t" l="l"/>
            <a:pathLst>
              <a:path h="4101790" w="7292071">
                <a:moveTo>
                  <a:pt x="0" y="0"/>
                </a:moveTo>
                <a:lnTo>
                  <a:pt x="7292071" y="0"/>
                </a:lnTo>
                <a:lnTo>
                  <a:pt x="7292071" y="4101791"/>
                </a:lnTo>
                <a:lnTo>
                  <a:pt x="0" y="41017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9269" y="2437927"/>
            <a:ext cx="7708081" cy="3690244"/>
          </a:xfrm>
          <a:custGeom>
            <a:avLst/>
            <a:gdLst/>
            <a:ahLst/>
            <a:cxnLst/>
            <a:rect r="r" b="b" t="t" l="l"/>
            <a:pathLst>
              <a:path h="3690244" w="7708081">
                <a:moveTo>
                  <a:pt x="0" y="0"/>
                </a:moveTo>
                <a:lnTo>
                  <a:pt x="7708081" y="0"/>
                </a:lnTo>
                <a:lnTo>
                  <a:pt x="7708081" y="3690243"/>
                </a:lnTo>
                <a:lnTo>
                  <a:pt x="0" y="3690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77022" y="640840"/>
            <a:ext cx="11533956" cy="114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16"/>
              </a:lnSpc>
            </a:pPr>
            <a:r>
              <a:rPr lang="en-US" b="true" sz="10020">
                <a:solidFill>
                  <a:srgbClr val="000000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VI</a:t>
            </a:r>
            <a:r>
              <a:rPr lang="en-US" b="true" sz="10020">
                <a:solidFill>
                  <a:srgbClr val="000000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SUAL DESIGN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99221" y="1871507"/>
            <a:ext cx="4370068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Download Popup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97195" y="4577080"/>
            <a:ext cx="3774254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Admin Dashboard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8037383">
            <a:off x="-3522651" y="7297374"/>
            <a:ext cx="7518246" cy="3763131"/>
            <a:chOff x="0" y="0"/>
            <a:chExt cx="1980114" cy="9911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80114" cy="991113"/>
            </a:xfrm>
            <a:custGeom>
              <a:avLst/>
              <a:gdLst/>
              <a:ahLst/>
              <a:cxnLst/>
              <a:rect r="r" b="b" t="t" l="l"/>
              <a:pathLst>
                <a:path h="991113" w="1980114">
                  <a:moveTo>
                    <a:pt x="0" y="0"/>
                  </a:moveTo>
                  <a:lnTo>
                    <a:pt x="1980114" y="0"/>
                  </a:lnTo>
                  <a:lnTo>
                    <a:pt x="1980114" y="991113"/>
                  </a:lnTo>
                  <a:lnTo>
                    <a:pt x="0" y="991113"/>
                  </a:lnTo>
                  <a:close/>
                </a:path>
              </a:pathLst>
            </a:custGeom>
            <a:solidFill>
              <a:srgbClr val="1C3F60"/>
            </a:solidFill>
            <a:ln w="123825" cap="sq">
              <a:solidFill>
                <a:srgbClr val="0B132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57150"/>
              <a:ext cx="1980114" cy="933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2873380">
            <a:off x="13931944" y="-852866"/>
            <a:ext cx="7518246" cy="3763131"/>
            <a:chOff x="0" y="0"/>
            <a:chExt cx="1980114" cy="9911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0114" cy="991113"/>
            </a:xfrm>
            <a:custGeom>
              <a:avLst/>
              <a:gdLst/>
              <a:ahLst/>
              <a:cxnLst/>
              <a:rect r="r" b="b" t="t" l="l"/>
              <a:pathLst>
                <a:path h="991113" w="1980114">
                  <a:moveTo>
                    <a:pt x="0" y="0"/>
                  </a:moveTo>
                  <a:lnTo>
                    <a:pt x="1980114" y="0"/>
                  </a:lnTo>
                  <a:lnTo>
                    <a:pt x="1980114" y="991113"/>
                  </a:lnTo>
                  <a:lnTo>
                    <a:pt x="0" y="991113"/>
                  </a:lnTo>
                  <a:close/>
                </a:path>
              </a:pathLst>
            </a:custGeom>
            <a:solidFill>
              <a:srgbClr val="1C3F60"/>
            </a:solidFill>
            <a:ln w="123825" cap="sq">
              <a:solidFill>
                <a:srgbClr val="0B132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57150"/>
              <a:ext cx="1980114" cy="933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259300" y="4412841"/>
            <a:ext cx="778071" cy="4114800"/>
          </a:xfrm>
          <a:custGeom>
            <a:avLst/>
            <a:gdLst/>
            <a:ahLst/>
            <a:cxnLst/>
            <a:rect r="r" b="b" t="t" l="l"/>
            <a:pathLst>
              <a:path h="4114800" w="778071">
                <a:moveTo>
                  <a:pt x="0" y="0"/>
                </a:moveTo>
                <a:lnTo>
                  <a:pt x="778071" y="0"/>
                </a:lnTo>
                <a:lnTo>
                  <a:pt x="7780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0" y="1902514"/>
            <a:ext cx="778071" cy="4114800"/>
          </a:xfrm>
          <a:custGeom>
            <a:avLst/>
            <a:gdLst/>
            <a:ahLst/>
            <a:cxnLst/>
            <a:rect r="r" b="b" t="t" l="l"/>
            <a:pathLst>
              <a:path h="4114800" w="778071">
                <a:moveTo>
                  <a:pt x="0" y="4114800"/>
                </a:moveTo>
                <a:lnTo>
                  <a:pt x="778071" y="4114800"/>
                </a:lnTo>
                <a:lnTo>
                  <a:pt x="778071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608810" y="9006809"/>
            <a:ext cx="3602604" cy="1893005"/>
          </a:xfrm>
          <a:custGeom>
            <a:avLst/>
            <a:gdLst/>
            <a:ahLst/>
            <a:cxnLst/>
            <a:rect r="r" b="b" t="t" l="l"/>
            <a:pathLst>
              <a:path h="1893005" w="3602604">
                <a:moveTo>
                  <a:pt x="0" y="0"/>
                </a:moveTo>
                <a:lnTo>
                  <a:pt x="3602604" y="0"/>
                </a:lnTo>
                <a:lnTo>
                  <a:pt x="3602604" y="1893005"/>
                </a:lnTo>
                <a:lnTo>
                  <a:pt x="0" y="18930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15305598" y="-520892"/>
            <a:ext cx="3602604" cy="1893005"/>
          </a:xfrm>
          <a:custGeom>
            <a:avLst/>
            <a:gdLst/>
            <a:ahLst/>
            <a:cxnLst/>
            <a:rect r="r" b="b" t="t" l="l"/>
            <a:pathLst>
              <a:path h="1893005" w="3602604">
                <a:moveTo>
                  <a:pt x="3602604" y="1893004"/>
                </a:moveTo>
                <a:lnTo>
                  <a:pt x="0" y="1893004"/>
                </a:lnTo>
                <a:lnTo>
                  <a:pt x="0" y="0"/>
                </a:lnTo>
                <a:lnTo>
                  <a:pt x="3602604" y="0"/>
                </a:lnTo>
                <a:lnTo>
                  <a:pt x="3602604" y="189300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814007" y="8848154"/>
            <a:ext cx="3668657" cy="1834328"/>
          </a:xfrm>
          <a:custGeom>
            <a:avLst/>
            <a:gdLst/>
            <a:ahLst/>
            <a:cxnLst/>
            <a:rect r="r" b="b" t="t" l="l"/>
            <a:pathLst>
              <a:path h="1834328" w="3668657">
                <a:moveTo>
                  <a:pt x="0" y="0"/>
                </a:moveTo>
                <a:lnTo>
                  <a:pt x="3668657" y="0"/>
                </a:lnTo>
                <a:lnTo>
                  <a:pt x="3668657" y="1834329"/>
                </a:lnTo>
                <a:lnTo>
                  <a:pt x="0" y="18343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-1284857" y="-300291"/>
            <a:ext cx="3668657" cy="1834328"/>
          </a:xfrm>
          <a:custGeom>
            <a:avLst/>
            <a:gdLst/>
            <a:ahLst/>
            <a:cxnLst/>
            <a:rect r="r" b="b" t="t" l="l"/>
            <a:pathLst>
              <a:path h="1834328" w="3668657">
                <a:moveTo>
                  <a:pt x="3668657" y="1834328"/>
                </a:moveTo>
                <a:lnTo>
                  <a:pt x="0" y="1834328"/>
                </a:lnTo>
                <a:lnTo>
                  <a:pt x="0" y="0"/>
                </a:lnTo>
                <a:lnTo>
                  <a:pt x="3668657" y="0"/>
                </a:lnTo>
                <a:lnTo>
                  <a:pt x="3668657" y="183432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870296" y="1105494"/>
            <a:ext cx="8547407" cy="1917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02"/>
              </a:lnSpc>
            </a:pPr>
            <a:r>
              <a:rPr lang="en-US" b="true" sz="8878">
                <a:solidFill>
                  <a:srgbClr val="000000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BUILD THE WEBSITE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76206" y="2947184"/>
            <a:ext cx="4135588" cy="667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0"/>
              </a:lnSpc>
            </a:pPr>
            <a:r>
              <a:rPr lang="en-US" sz="388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PL</a:t>
            </a:r>
            <a:r>
              <a:rPr lang="en-US" b="true" sz="388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ATFORM USED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81109" y="4336641"/>
            <a:ext cx="3412629" cy="4092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8958" indent="-419479" lvl="1">
              <a:lnSpc>
                <a:spcPts val="5440"/>
              </a:lnSpc>
              <a:buFont typeface="Arial"/>
              <a:buChar char="•"/>
            </a:pPr>
            <a:r>
              <a:rPr lang="en-US" b="true" sz="388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HTML</a:t>
            </a:r>
          </a:p>
          <a:p>
            <a:pPr algn="l" marL="838958" indent="-419479" lvl="1">
              <a:lnSpc>
                <a:spcPts val="5440"/>
              </a:lnSpc>
              <a:buFont typeface="Arial"/>
              <a:buChar char="•"/>
            </a:pPr>
            <a:r>
              <a:rPr lang="en-US" b="true" sz="388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CSS</a:t>
            </a:r>
          </a:p>
          <a:p>
            <a:pPr algn="l" marL="838958" indent="-419479" lvl="1">
              <a:lnSpc>
                <a:spcPts val="5440"/>
              </a:lnSpc>
              <a:buFont typeface="Arial"/>
              <a:buChar char="•"/>
            </a:pPr>
            <a:r>
              <a:rPr lang="en-US" b="true" sz="388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JavaScript</a:t>
            </a:r>
          </a:p>
          <a:p>
            <a:pPr algn="l" marL="838958" indent="-419479" lvl="1">
              <a:lnSpc>
                <a:spcPts val="5440"/>
              </a:lnSpc>
              <a:buFont typeface="Arial"/>
              <a:buChar char="•"/>
            </a:pPr>
            <a:r>
              <a:rPr lang="en-US" b="true" sz="388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PHP </a:t>
            </a:r>
          </a:p>
          <a:p>
            <a:pPr algn="l" marL="838958" indent="-419479" lvl="1">
              <a:lnSpc>
                <a:spcPts val="5440"/>
              </a:lnSpc>
              <a:buFont typeface="Arial"/>
              <a:buChar char="•"/>
            </a:pPr>
            <a:r>
              <a:rPr lang="en-US" b="true" sz="388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MySQL </a:t>
            </a:r>
          </a:p>
          <a:p>
            <a:pPr algn="l">
              <a:lnSpc>
                <a:spcPts val="544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8037383">
            <a:off x="-3522651" y="7297374"/>
            <a:ext cx="7518246" cy="3763131"/>
            <a:chOff x="0" y="0"/>
            <a:chExt cx="1980114" cy="9911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80114" cy="991113"/>
            </a:xfrm>
            <a:custGeom>
              <a:avLst/>
              <a:gdLst/>
              <a:ahLst/>
              <a:cxnLst/>
              <a:rect r="r" b="b" t="t" l="l"/>
              <a:pathLst>
                <a:path h="991113" w="1980114">
                  <a:moveTo>
                    <a:pt x="0" y="0"/>
                  </a:moveTo>
                  <a:lnTo>
                    <a:pt x="1980114" y="0"/>
                  </a:lnTo>
                  <a:lnTo>
                    <a:pt x="1980114" y="991113"/>
                  </a:lnTo>
                  <a:lnTo>
                    <a:pt x="0" y="991113"/>
                  </a:lnTo>
                  <a:close/>
                </a:path>
              </a:pathLst>
            </a:custGeom>
            <a:solidFill>
              <a:srgbClr val="1C3F60"/>
            </a:solidFill>
            <a:ln w="123825" cap="sq">
              <a:solidFill>
                <a:srgbClr val="0B132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57150"/>
              <a:ext cx="1980114" cy="933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2873380">
            <a:off x="13931944" y="-852866"/>
            <a:ext cx="7518246" cy="3763131"/>
            <a:chOff x="0" y="0"/>
            <a:chExt cx="1980114" cy="9911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0114" cy="991113"/>
            </a:xfrm>
            <a:custGeom>
              <a:avLst/>
              <a:gdLst/>
              <a:ahLst/>
              <a:cxnLst/>
              <a:rect r="r" b="b" t="t" l="l"/>
              <a:pathLst>
                <a:path h="991113" w="1980114">
                  <a:moveTo>
                    <a:pt x="0" y="0"/>
                  </a:moveTo>
                  <a:lnTo>
                    <a:pt x="1980114" y="0"/>
                  </a:lnTo>
                  <a:lnTo>
                    <a:pt x="1980114" y="991113"/>
                  </a:lnTo>
                  <a:lnTo>
                    <a:pt x="0" y="991113"/>
                  </a:lnTo>
                  <a:close/>
                </a:path>
              </a:pathLst>
            </a:custGeom>
            <a:solidFill>
              <a:srgbClr val="1C3F60"/>
            </a:solidFill>
            <a:ln w="123825" cap="sq">
              <a:solidFill>
                <a:srgbClr val="0B132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57150"/>
              <a:ext cx="1980114" cy="933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259300" y="4412841"/>
            <a:ext cx="778071" cy="4114800"/>
          </a:xfrm>
          <a:custGeom>
            <a:avLst/>
            <a:gdLst/>
            <a:ahLst/>
            <a:cxnLst/>
            <a:rect r="r" b="b" t="t" l="l"/>
            <a:pathLst>
              <a:path h="4114800" w="778071">
                <a:moveTo>
                  <a:pt x="0" y="0"/>
                </a:moveTo>
                <a:lnTo>
                  <a:pt x="778071" y="0"/>
                </a:lnTo>
                <a:lnTo>
                  <a:pt x="7780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0" y="1902514"/>
            <a:ext cx="778071" cy="4114800"/>
          </a:xfrm>
          <a:custGeom>
            <a:avLst/>
            <a:gdLst/>
            <a:ahLst/>
            <a:cxnLst/>
            <a:rect r="r" b="b" t="t" l="l"/>
            <a:pathLst>
              <a:path h="4114800" w="778071">
                <a:moveTo>
                  <a:pt x="0" y="4114800"/>
                </a:moveTo>
                <a:lnTo>
                  <a:pt x="778071" y="4114800"/>
                </a:lnTo>
                <a:lnTo>
                  <a:pt x="778071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608810" y="9006809"/>
            <a:ext cx="3602604" cy="1893005"/>
          </a:xfrm>
          <a:custGeom>
            <a:avLst/>
            <a:gdLst/>
            <a:ahLst/>
            <a:cxnLst/>
            <a:rect r="r" b="b" t="t" l="l"/>
            <a:pathLst>
              <a:path h="1893005" w="3602604">
                <a:moveTo>
                  <a:pt x="0" y="0"/>
                </a:moveTo>
                <a:lnTo>
                  <a:pt x="3602604" y="0"/>
                </a:lnTo>
                <a:lnTo>
                  <a:pt x="3602604" y="1893005"/>
                </a:lnTo>
                <a:lnTo>
                  <a:pt x="0" y="18930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15305598" y="-520892"/>
            <a:ext cx="3602604" cy="1893005"/>
          </a:xfrm>
          <a:custGeom>
            <a:avLst/>
            <a:gdLst/>
            <a:ahLst/>
            <a:cxnLst/>
            <a:rect r="r" b="b" t="t" l="l"/>
            <a:pathLst>
              <a:path h="1893005" w="3602604">
                <a:moveTo>
                  <a:pt x="3602604" y="1893004"/>
                </a:moveTo>
                <a:lnTo>
                  <a:pt x="0" y="1893004"/>
                </a:lnTo>
                <a:lnTo>
                  <a:pt x="0" y="0"/>
                </a:lnTo>
                <a:lnTo>
                  <a:pt x="3602604" y="0"/>
                </a:lnTo>
                <a:lnTo>
                  <a:pt x="3602604" y="189300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814007" y="8848154"/>
            <a:ext cx="3668657" cy="1834328"/>
          </a:xfrm>
          <a:custGeom>
            <a:avLst/>
            <a:gdLst/>
            <a:ahLst/>
            <a:cxnLst/>
            <a:rect r="r" b="b" t="t" l="l"/>
            <a:pathLst>
              <a:path h="1834328" w="3668657">
                <a:moveTo>
                  <a:pt x="0" y="0"/>
                </a:moveTo>
                <a:lnTo>
                  <a:pt x="3668657" y="0"/>
                </a:lnTo>
                <a:lnTo>
                  <a:pt x="3668657" y="1834329"/>
                </a:lnTo>
                <a:lnTo>
                  <a:pt x="0" y="18343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-1284857" y="-300291"/>
            <a:ext cx="3668657" cy="1834328"/>
          </a:xfrm>
          <a:custGeom>
            <a:avLst/>
            <a:gdLst/>
            <a:ahLst/>
            <a:cxnLst/>
            <a:rect r="r" b="b" t="t" l="l"/>
            <a:pathLst>
              <a:path h="1834328" w="3668657">
                <a:moveTo>
                  <a:pt x="3668657" y="1834328"/>
                </a:moveTo>
                <a:lnTo>
                  <a:pt x="0" y="1834328"/>
                </a:lnTo>
                <a:lnTo>
                  <a:pt x="0" y="0"/>
                </a:lnTo>
                <a:lnTo>
                  <a:pt x="3668657" y="0"/>
                </a:lnTo>
                <a:lnTo>
                  <a:pt x="3668657" y="183432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870296" y="1105494"/>
            <a:ext cx="8547407" cy="1917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02"/>
              </a:lnSpc>
            </a:pPr>
            <a:r>
              <a:rPr lang="en-US" b="true" sz="8878">
                <a:solidFill>
                  <a:srgbClr val="000000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TOOLS AND </a:t>
            </a:r>
          </a:p>
          <a:p>
            <a:pPr algn="ctr">
              <a:lnSpc>
                <a:spcPts val="7102"/>
              </a:lnSpc>
            </a:pPr>
            <a:r>
              <a:rPr lang="en-US" b="true" sz="8878">
                <a:solidFill>
                  <a:srgbClr val="000000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RESOURCES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06602" y="3291982"/>
            <a:ext cx="5489983" cy="667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0"/>
              </a:lnSpc>
            </a:pPr>
            <a:r>
              <a:rPr lang="en-US" sz="388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DEVELOPMENT TOOLS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88637" y="3998096"/>
            <a:ext cx="4079081" cy="3305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1022" indent="-405511" lvl="1">
              <a:lnSpc>
                <a:spcPts val="5259"/>
              </a:lnSpc>
              <a:buFont typeface="Arial"/>
              <a:buChar char="•"/>
            </a:pPr>
            <a:r>
              <a:rPr lang="en-US" b="true" sz="375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VS Code</a:t>
            </a:r>
          </a:p>
          <a:p>
            <a:pPr algn="l" marL="811022" indent="-405511" lvl="1">
              <a:lnSpc>
                <a:spcPts val="5259"/>
              </a:lnSpc>
              <a:buFont typeface="Arial"/>
              <a:buChar char="•"/>
            </a:pPr>
            <a:r>
              <a:rPr lang="en-US" b="true" sz="375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XAMPP </a:t>
            </a:r>
          </a:p>
          <a:p>
            <a:pPr algn="l" marL="811022" indent="-405511" lvl="1">
              <a:lnSpc>
                <a:spcPts val="5259"/>
              </a:lnSpc>
              <a:buFont typeface="Arial"/>
              <a:buChar char="•"/>
            </a:pPr>
            <a:r>
              <a:rPr lang="en-US" b="true" sz="375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GitHub </a:t>
            </a:r>
          </a:p>
          <a:p>
            <a:pPr algn="l" marL="811022" indent="-405511" lvl="1">
              <a:lnSpc>
                <a:spcPts val="5259"/>
              </a:lnSpc>
              <a:buFont typeface="Arial"/>
              <a:buChar char="•"/>
            </a:pPr>
            <a:r>
              <a:rPr lang="en-US" b="true" sz="375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Git </a:t>
            </a:r>
          </a:p>
          <a:p>
            <a:pPr algn="l" marL="811022" indent="-405511" lvl="1">
              <a:lnSpc>
                <a:spcPts val="5259"/>
              </a:lnSpc>
              <a:buFont typeface="Arial"/>
              <a:buChar char="•"/>
            </a:pPr>
            <a:r>
              <a:rPr lang="en-US" b="true" sz="375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phpMyAdmin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84080" y="3301507"/>
            <a:ext cx="3290420" cy="599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DESIGN TOOLS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368303" y="3893239"/>
            <a:ext cx="2256086" cy="1304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1022" indent="-405511" lvl="1">
              <a:lnSpc>
                <a:spcPts val="5259"/>
              </a:lnSpc>
              <a:buFont typeface="Arial"/>
              <a:buChar char="•"/>
            </a:pPr>
            <a:r>
              <a:rPr lang="en-US" b="true" sz="375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Figma</a:t>
            </a:r>
          </a:p>
          <a:p>
            <a:pPr algn="l" marL="811022" indent="-405511" lvl="1">
              <a:lnSpc>
                <a:spcPts val="5259"/>
              </a:lnSpc>
              <a:buFont typeface="Arial"/>
              <a:buChar char="•"/>
            </a:pPr>
            <a:r>
              <a:rPr lang="en-US" b="true" sz="375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Canva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368303" y="5408839"/>
            <a:ext cx="6285294" cy="587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6"/>
              </a:lnSpc>
            </a:pPr>
            <a:r>
              <a:rPr lang="en-US" sz="348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HOSTING AND DEPLOYMENT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368303" y="6112010"/>
            <a:ext cx="4751487" cy="1971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1022" indent="-405511" lvl="1">
              <a:lnSpc>
                <a:spcPts val="5259"/>
              </a:lnSpc>
              <a:buFont typeface="Arial"/>
              <a:buChar char="•"/>
            </a:pPr>
            <a:r>
              <a:rPr lang="en-US" b="true" sz="375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InfinityFree</a:t>
            </a:r>
          </a:p>
          <a:p>
            <a:pPr algn="l" marL="811022" indent="-405511" lvl="1">
              <a:lnSpc>
                <a:spcPts val="5259"/>
              </a:lnSpc>
              <a:buFont typeface="Arial"/>
              <a:buChar char="•"/>
            </a:pPr>
            <a:r>
              <a:rPr lang="en-US" b="true" sz="375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GitHub Releases </a:t>
            </a:r>
          </a:p>
          <a:p>
            <a:pPr algn="l" marL="811022" indent="-405511" lvl="1">
              <a:lnSpc>
                <a:spcPts val="5259"/>
              </a:lnSpc>
              <a:buFont typeface="Arial"/>
              <a:buChar char="•"/>
            </a:pPr>
            <a:r>
              <a:rPr lang="en-US" b="true" sz="375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Gmail SMTP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196585" y="8197821"/>
            <a:ext cx="3606958" cy="620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8"/>
              </a:lnSpc>
            </a:pPr>
            <a:r>
              <a:rPr lang="en-US" sz="363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TESTING TOOLS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940944" y="8808439"/>
            <a:ext cx="2929979" cy="638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1022" indent="-405511" lvl="1">
              <a:lnSpc>
                <a:spcPts val="5259"/>
              </a:lnSpc>
              <a:buFont typeface="Arial"/>
              <a:buChar char="•"/>
            </a:pPr>
            <a:r>
              <a:rPr lang="en-US" b="true" sz="375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GTmetrix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78937" y="8030620"/>
            <a:ext cx="5303727" cy="2651863"/>
          </a:xfrm>
          <a:custGeom>
            <a:avLst/>
            <a:gdLst/>
            <a:ahLst/>
            <a:cxnLst/>
            <a:rect r="r" b="b" t="t" l="l"/>
            <a:pathLst>
              <a:path h="2651863" w="5303727">
                <a:moveTo>
                  <a:pt x="0" y="0"/>
                </a:moveTo>
                <a:lnTo>
                  <a:pt x="5303727" y="0"/>
                </a:lnTo>
                <a:lnTo>
                  <a:pt x="5303727" y="2651863"/>
                </a:lnTo>
                <a:lnTo>
                  <a:pt x="0" y="26518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1284857" y="-300291"/>
            <a:ext cx="5113343" cy="2556672"/>
          </a:xfrm>
          <a:custGeom>
            <a:avLst/>
            <a:gdLst/>
            <a:ahLst/>
            <a:cxnLst/>
            <a:rect r="r" b="b" t="t" l="l"/>
            <a:pathLst>
              <a:path h="2556672" w="5113343">
                <a:moveTo>
                  <a:pt x="5113343" y="2556671"/>
                </a:moveTo>
                <a:lnTo>
                  <a:pt x="0" y="2556671"/>
                </a:lnTo>
                <a:lnTo>
                  <a:pt x="0" y="0"/>
                </a:lnTo>
                <a:lnTo>
                  <a:pt x="5113343" y="0"/>
                </a:lnTo>
                <a:lnTo>
                  <a:pt x="5113343" y="255667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90986" y="2885030"/>
            <a:ext cx="10204540" cy="4564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77"/>
              </a:lnSpc>
            </a:pPr>
            <a:r>
              <a:rPr lang="en-US" b="true" sz="15411">
                <a:solidFill>
                  <a:srgbClr val="000000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THANK YOU</a:t>
            </a:r>
          </a:p>
        </p:txBody>
      </p:sp>
      <p:grpSp>
        <p:nvGrpSpPr>
          <p:cNvPr name="Group 5" id="5"/>
          <p:cNvGrpSpPr/>
          <p:nvPr/>
        </p:nvGrpSpPr>
        <p:grpSpPr>
          <a:xfrm rot="2873380">
            <a:off x="13931944" y="-852866"/>
            <a:ext cx="7518246" cy="3763131"/>
            <a:chOff x="0" y="0"/>
            <a:chExt cx="1980114" cy="9911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0114" cy="991113"/>
            </a:xfrm>
            <a:custGeom>
              <a:avLst/>
              <a:gdLst/>
              <a:ahLst/>
              <a:cxnLst/>
              <a:rect r="r" b="b" t="t" l="l"/>
              <a:pathLst>
                <a:path h="991113" w="1980114">
                  <a:moveTo>
                    <a:pt x="0" y="0"/>
                  </a:moveTo>
                  <a:lnTo>
                    <a:pt x="1980114" y="0"/>
                  </a:lnTo>
                  <a:lnTo>
                    <a:pt x="1980114" y="991113"/>
                  </a:lnTo>
                  <a:lnTo>
                    <a:pt x="0" y="991113"/>
                  </a:lnTo>
                  <a:close/>
                </a:path>
              </a:pathLst>
            </a:custGeom>
            <a:solidFill>
              <a:srgbClr val="1C3F60"/>
            </a:solidFill>
            <a:ln w="123825" cap="sq">
              <a:solidFill>
                <a:srgbClr val="0B132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57150"/>
              <a:ext cx="1980114" cy="933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8037383">
            <a:off x="-3522651" y="7297374"/>
            <a:ext cx="7518246" cy="3763131"/>
            <a:chOff x="0" y="0"/>
            <a:chExt cx="1980114" cy="9911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80114" cy="991113"/>
            </a:xfrm>
            <a:custGeom>
              <a:avLst/>
              <a:gdLst/>
              <a:ahLst/>
              <a:cxnLst/>
              <a:rect r="r" b="b" t="t" l="l"/>
              <a:pathLst>
                <a:path h="991113" w="1980114">
                  <a:moveTo>
                    <a:pt x="0" y="0"/>
                  </a:moveTo>
                  <a:lnTo>
                    <a:pt x="1980114" y="0"/>
                  </a:lnTo>
                  <a:lnTo>
                    <a:pt x="1980114" y="991113"/>
                  </a:lnTo>
                  <a:lnTo>
                    <a:pt x="0" y="991113"/>
                  </a:lnTo>
                  <a:close/>
                </a:path>
              </a:pathLst>
            </a:custGeom>
            <a:solidFill>
              <a:srgbClr val="1C3F60"/>
            </a:solidFill>
            <a:ln w="123825" cap="sq">
              <a:solidFill>
                <a:srgbClr val="0B132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57150"/>
              <a:ext cx="1980114" cy="933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DAHA7WzySIU</dc:identifier>
  <dcterms:modified xsi:type="dcterms:W3CDTF">2011-08-01T06:04:30Z</dcterms:modified>
  <cp:revision>1</cp:revision>
  <dc:title>LokAlert PPT</dc:title>
</cp:coreProperties>
</file>